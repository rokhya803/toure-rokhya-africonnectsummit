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E7B2A-5BCB-4A00-81EA-3A81F8F33288}" type="datetimeFigureOut">
              <a:rPr lang="fr-FR" smtClean="0"/>
              <a:t>31/07/2026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234B6-2F23-4D34-B78A-616011A40A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804118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E7B2A-5BCB-4A00-81EA-3A81F8F33288}" type="datetimeFigureOut">
              <a:rPr lang="fr-FR" smtClean="0"/>
              <a:t>31/07/2026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234B6-2F23-4D34-B78A-616011A40A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580215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E7B2A-5BCB-4A00-81EA-3A81F8F33288}" type="datetimeFigureOut">
              <a:rPr lang="fr-FR" smtClean="0"/>
              <a:t>31/07/2026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234B6-2F23-4D34-B78A-616011A40A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116815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E7B2A-5BCB-4A00-81EA-3A81F8F33288}" type="datetimeFigureOut">
              <a:rPr lang="fr-FR" smtClean="0"/>
              <a:t>31/07/2026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234B6-2F23-4D34-B78A-616011A40A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658705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E7B2A-5BCB-4A00-81EA-3A81F8F33288}" type="datetimeFigureOut">
              <a:rPr lang="fr-FR" smtClean="0"/>
              <a:t>31/07/2026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234B6-2F23-4D34-B78A-616011A40A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22711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E7B2A-5BCB-4A00-81EA-3A81F8F33288}" type="datetimeFigureOut">
              <a:rPr lang="fr-FR" smtClean="0"/>
              <a:t>31/07/2026</a:t>
            </a:fld>
            <a:endParaRPr lang="fr-FR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234B6-2F23-4D34-B78A-616011A40A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046324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E7B2A-5BCB-4A00-81EA-3A81F8F33288}" type="datetimeFigureOut">
              <a:rPr lang="fr-FR" smtClean="0"/>
              <a:t>31/07/2026</a:t>
            </a:fld>
            <a:endParaRPr lang="fr-FR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234B6-2F23-4D34-B78A-616011A40A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925760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E7B2A-5BCB-4A00-81EA-3A81F8F33288}" type="datetimeFigureOut">
              <a:rPr lang="fr-FR" smtClean="0"/>
              <a:t>31/07/2026</a:t>
            </a:fld>
            <a:endParaRPr lang="fr-FR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234B6-2F23-4D34-B78A-616011A40A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222927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E7B2A-5BCB-4A00-81EA-3A81F8F33288}" type="datetimeFigureOut">
              <a:rPr lang="fr-FR" smtClean="0"/>
              <a:t>31/07/2026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234B6-2F23-4D34-B78A-616011A40A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27647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E7B2A-5BCB-4A00-81EA-3A81F8F33288}" type="datetimeFigureOut">
              <a:rPr lang="fr-FR" smtClean="0"/>
              <a:t>31/07/2026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234B6-2F23-4D34-B78A-616011A40A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144445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E7B2A-5BCB-4A00-81EA-3A81F8F33288}" type="datetimeFigureOut">
              <a:rPr lang="fr-FR" smtClean="0"/>
              <a:t>31/07/2026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234B6-2F23-4D34-B78A-616011A40A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534514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fr-FR" smtClean="0"/>
              <a:t>Modifiez les styles du texte du masque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E7B2A-5BCB-4A00-81EA-3A81F8F33288}" type="datetimeFigureOut">
              <a:rPr lang="fr-FR" smtClean="0"/>
              <a:t>31/07/2026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234B6-2F23-4D34-B78A-616011A40ABD}" type="slidenum">
              <a:rPr lang="fr-FR" smtClean="0"/>
              <a:t>‹N°›</a:t>
            </a:fld>
            <a:endParaRPr lang="fr-FR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681476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E7B2A-5BCB-4A00-81EA-3A81F8F33288}" type="datetimeFigureOut">
              <a:rPr lang="fr-FR" smtClean="0"/>
              <a:t>31/07/2026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234B6-2F23-4D34-B78A-616011A40A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238494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E7B2A-5BCB-4A00-81EA-3A81F8F33288}" type="datetimeFigureOut">
              <a:rPr lang="fr-FR" smtClean="0"/>
              <a:t>31/07/2026</a:t>
            </a:fld>
            <a:endParaRPr lang="fr-F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234B6-2F23-4D34-B78A-616011A40A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434160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 d’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E7B2A-5BCB-4A00-81EA-3A81F8F33288}" type="datetimeFigureOut">
              <a:rPr lang="fr-FR" smtClean="0"/>
              <a:t>31/07/2026</a:t>
            </a:fld>
            <a:endParaRPr lang="fr-F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234B6-2F23-4D34-B78A-616011A40A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319108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E7B2A-5BCB-4A00-81EA-3A81F8F33288}" type="datetimeFigureOut">
              <a:rPr lang="fr-FR" smtClean="0"/>
              <a:t>31/07/2026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234B6-2F23-4D34-B78A-616011A40A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420281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E7B2A-5BCB-4A00-81EA-3A81F8F33288}" type="datetimeFigureOut">
              <a:rPr lang="fr-FR" smtClean="0"/>
              <a:t>31/07/2026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234B6-2F23-4D34-B78A-616011A40A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661014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1FE7B2A-5BCB-4A00-81EA-3A81F8F33288}" type="datetimeFigureOut">
              <a:rPr lang="fr-FR" smtClean="0"/>
              <a:t>31/07/2026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8234B6-2F23-4D34-B78A-616011A40A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7772984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21" r:id="rId1"/>
    <p:sldLayoutId id="2147483822" r:id="rId2"/>
    <p:sldLayoutId id="2147483823" r:id="rId3"/>
    <p:sldLayoutId id="2147483824" r:id="rId4"/>
    <p:sldLayoutId id="2147483825" r:id="rId5"/>
    <p:sldLayoutId id="2147483826" r:id="rId6"/>
    <p:sldLayoutId id="2147483827" r:id="rId7"/>
    <p:sldLayoutId id="2147483828" r:id="rId8"/>
    <p:sldLayoutId id="2147483829" r:id="rId9"/>
    <p:sldLayoutId id="2147483830" r:id="rId10"/>
    <p:sldLayoutId id="2147483831" r:id="rId11"/>
    <p:sldLayoutId id="2147483832" r:id="rId12"/>
    <p:sldLayoutId id="2147483833" r:id="rId13"/>
    <p:sldLayoutId id="2147483834" r:id="rId14"/>
    <p:sldLayoutId id="2147483835" r:id="rId15"/>
    <p:sldLayoutId id="2147483836" r:id="rId16"/>
    <p:sldLayoutId id="214748383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b="1" dirty="0" smtClean="0"/>
              <a:t>AfriConnect Summit 2026</a:t>
            </a:r>
            <a:endParaRPr lang="fr-FR" b="1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154955" y="4983443"/>
            <a:ext cx="8825658" cy="1108264"/>
          </a:xfrm>
        </p:spPr>
        <p:txBody>
          <a:bodyPr>
            <a:normAutofit fontScale="70000" lnSpcReduction="20000"/>
          </a:bodyPr>
          <a:lstStyle/>
          <a:p>
            <a:r>
              <a:rPr lang="fr-FR" dirty="0" smtClean="0"/>
              <a:t>Site web vitrine d’une conférence tech d’une confèrence technologique africaine</a:t>
            </a:r>
          </a:p>
          <a:p>
            <a:r>
              <a:rPr lang="fr-FR" dirty="0" smtClean="0"/>
              <a:t>Réalisé PAR : ROKHYA TOURE </a:t>
            </a:r>
          </a:p>
          <a:p>
            <a:r>
              <a:rPr lang="fr-FR" dirty="0" smtClean="0"/>
              <a:t>CLASSE : licence 1iage</a:t>
            </a:r>
          </a:p>
          <a:p>
            <a:endParaRPr lang="fr-FR" dirty="0" smtClean="0"/>
          </a:p>
        </p:txBody>
      </p:sp>
    </p:spTree>
    <p:extLst>
      <p:ext uri="{BB962C8B-B14F-4D97-AF65-F5344CB8AC3E}">
        <p14:creationId xmlns:p14="http://schemas.microsoft.com/office/powerpoint/2010/main" val="265428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smtClean="0"/>
              <a:t>Sommaire</a:t>
            </a:r>
            <a:endParaRPr lang="fr-FR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dirty="0" smtClean="0"/>
              <a:t>1</a:t>
            </a:r>
            <a:r>
              <a:rPr lang="fr-FR" sz="2400" b="1" dirty="0" smtClean="0"/>
              <a:t>. Présentation du projet</a:t>
            </a:r>
          </a:p>
          <a:p>
            <a:pPr marL="0" indent="0">
              <a:buNone/>
            </a:pPr>
            <a:r>
              <a:rPr lang="fr-FR" sz="2400" b="1" dirty="0" smtClean="0"/>
              <a:t>2. Choix de design</a:t>
            </a:r>
          </a:p>
          <a:p>
            <a:pPr marL="0" indent="0">
              <a:buNone/>
            </a:pPr>
            <a:r>
              <a:rPr lang="fr-FR" sz="2400" b="1" dirty="0" smtClean="0"/>
              <a:t>3. Architecture du site</a:t>
            </a:r>
          </a:p>
          <a:p>
            <a:pPr marL="0" indent="0">
              <a:buNone/>
            </a:pPr>
            <a:r>
              <a:rPr lang="fr-FR" sz="2400" b="1" dirty="0" smtClean="0"/>
              <a:t>4. Points techniques</a:t>
            </a:r>
          </a:p>
          <a:p>
            <a:pPr marL="0" indent="0">
              <a:buNone/>
            </a:pPr>
            <a:r>
              <a:rPr lang="fr-FR" sz="2400" b="1" dirty="0" smtClean="0"/>
              <a:t>5. GitHub et gestion du projet</a:t>
            </a:r>
          </a:p>
          <a:p>
            <a:pPr marL="0" indent="0">
              <a:buNone/>
            </a:pPr>
            <a:r>
              <a:rPr lang="fr-FR" sz="2400" b="1" dirty="0" smtClean="0"/>
              <a:t>6. Difficultés et solutions</a:t>
            </a:r>
          </a:p>
          <a:p>
            <a:pPr marL="0" indent="0">
              <a:buNone/>
            </a:pPr>
            <a:r>
              <a:rPr lang="fr-FR" sz="2400" b="1" dirty="0" smtClean="0"/>
              <a:t>7. Ressources utilisées</a:t>
            </a:r>
          </a:p>
          <a:p>
            <a:pPr marL="0" indent="0">
              <a:buNone/>
            </a:pPr>
            <a:r>
              <a:rPr lang="fr-FR" sz="2400" b="1" dirty="0" smtClean="0"/>
              <a:t>8. Démonstration</a:t>
            </a:r>
          </a:p>
          <a:p>
            <a:pPr marL="0" indent="0">
              <a:buNone/>
            </a:pPr>
            <a:r>
              <a:rPr lang="fr-FR" sz="2400" b="1" dirty="0" smtClean="0"/>
              <a:t>9. Conclusion et perspectives</a:t>
            </a:r>
            <a:endParaRPr lang="fr-FR" sz="2400" b="1" dirty="0"/>
          </a:p>
        </p:txBody>
      </p:sp>
    </p:spTree>
    <p:extLst>
      <p:ext uri="{BB962C8B-B14F-4D97-AF65-F5344CB8AC3E}">
        <p14:creationId xmlns:p14="http://schemas.microsoft.com/office/powerpoint/2010/main" val="26162945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smtClean="0"/>
              <a:t>Présentation du projet</a:t>
            </a:r>
            <a:endParaRPr lang="fr-FR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1786989"/>
            <a:ext cx="10515600" cy="4351338"/>
          </a:xfrm>
        </p:spPr>
        <p:txBody>
          <a:bodyPr>
            <a:normAutofit fontScale="92500"/>
          </a:bodyPr>
          <a:lstStyle/>
          <a:p>
            <a:r>
              <a:rPr lang="fr-FR" sz="2400" dirty="0" smtClean="0"/>
              <a:t>Contexte :</a:t>
            </a:r>
          </a:p>
          <a:p>
            <a:r>
              <a:rPr lang="fr-FR" sz="2400" dirty="0" smtClean="0"/>
              <a:t>AfriConnect Summit 2026 est un site vitrine pour une conférence dédiée à la technologie et à l’innovation en Afrique.</a:t>
            </a:r>
          </a:p>
          <a:p>
            <a:endParaRPr lang="fr-FR" sz="2400" dirty="0" smtClean="0"/>
          </a:p>
          <a:p>
            <a:r>
              <a:rPr lang="fr-FR" sz="2400" dirty="0" smtClean="0"/>
              <a:t>Objectif :</a:t>
            </a:r>
          </a:p>
          <a:p>
            <a:r>
              <a:rPr lang="fr-FR" sz="2400" dirty="0" smtClean="0"/>
              <a:t>Présenter l’événement, le programme, les intervenants et permettre l’inscription.</a:t>
            </a:r>
          </a:p>
          <a:p>
            <a:endParaRPr lang="fr-FR" sz="2400" dirty="0" smtClean="0"/>
          </a:p>
          <a:p>
            <a:r>
              <a:rPr lang="fr-FR" sz="2400" dirty="0" smtClean="0"/>
              <a:t>Public cible :</a:t>
            </a:r>
          </a:p>
          <a:p>
            <a:r>
              <a:rPr lang="fr-FR" sz="2400" dirty="0" smtClean="0"/>
              <a:t>Étudiants, professionnels, entrepreneurs et passionnés de technologie.</a:t>
            </a: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25900928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-115909"/>
            <a:ext cx="10515600" cy="1918951"/>
          </a:xfrm>
        </p:spPr>
        <p:txBody>
          <a:bodyPr/>
          <a:lstStyle/>
          <a:p>
            <a:r>
              <a:rPr lang="fr-FR" b="1" dirty="0" smtClean="0"/>
              <a:t>Choix de design</a:t>
            </a:r>
            <a:endParaRPr lang="fr-FR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-74054" y="-218942"/>
            <a:ext cx="10515600" cy="7617853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fr-FR" sz="2400" dirty="0" smtClean="0"/>
          </a:p>
          <a:p>
            <a:pPr marL="0" indent="0">
              <a:buNone/>
            </a:pPr>
            <a:endParaRPr lang="fr-FR" sz="2400" dirty="0" smtClean="0"/>
          </a:p>
          <a:p>
            <a:endParaRPr lang="fr-FR" sz="2400" dirty="0"/>
          </a:p>
          <a:p>
            <a:endParaRPr lang="fr-FR" sz="2400" dirty="0" smtClean="0"/>
          </a:p>
          <a:p>
            <a:r>
              <a:rPr lang="fr-FR" sz="1400" dirty="0" smtClean="0"/>
              <a:t>Palette de couleurs :</a:t>
            </a:r>
          </a:p>
          <a:p>
            <a:endParaRPr lang="fr-FR" sz="1400" dirty="0" smtClean="0"/>
          </a:p>
          <a:p>
            <a:endParaRPr lang="fr-FR" sz="1400" dirty="0" smtClean="0"/>
          </a:p>
          <a:p>
            <a:r>
              <a:rPr lang="fr-FR" sz="1400" dirty="0" smtClean="0"/>
              <a:t> Bleu : #4A83DA</a:t>
            </a:r>
          </a:p>
          <a:p>
            <a:r>
              <a:rPr lang="fr-FR" sz="1400" dirty="0" smtClean="0"/>
              <a:t> Bleu foncé : #071633</a:t>
            </a:r>
          </a:p>
          <a:p>
            <a:r>
              <a:rPr lang="fr-FR" sz="1400" dirty="0" smtClean="0"/>
              <a:t> Blanc : #FFFFFF</a:t>
            </a:r>
          </a:p>
          <a:p>
            <a:r>
              <a:rPr lang="fr-FR" sz="1400" dirty="0" smtClean="0"/>
              <a:t>*Noir : #000000</a:t>
            </a:r>
          </a:p>
          <a:p>
            <a:endParaRPr lang="fr-FR" sz="1400" dirty="0" smtClean="0"/>
          </a:p>
          <a:p>
            <a:r>
              <a:rPr lang="fr-FR" sz="1400" dirty="0" smtClean="0"/>
              <a:t>Polices :</a:t>
            </a:r>
          </a:p>
          <a:p>
            <a:endParaRPr lang="fr-FR" sz="1400" dirty="0" smtClean="0"/>
          </a:p>
          <a:p>
            <a:r>
              <a:rPr lang="fr-FR" sz="1400" dirty="0" smtClean="0"/>
              <a:t> Poppins</a:t>
            </a:r>
          </a:p>
          <a:p>
            <a:r>
              <a:rPr lang="fr-FR" sz="1400" dirty="0" smtClean="0"/>
              <a:t> Open Sans</a:t>
            </a:r>
          </a:p>
          <a:p>
            <a:endParaRPr lang="fr-FR" sz="1400" dirty="0" smtClean="0"/>
          </a:p>
          <a:p>
            <a:r>
              <a:rPr lang="fr-FR" sz="1400" dirty="0" smtClean="0"/>
              <a:t>Ces choix donnent au site une apparence mod</a:t>
            </a:r>
            <a:r>
              <a:rPr lang="fr-FR" sz="2400" dirty="0" smtClean="0"/>
              <a:t>erne, professionnelle et technologique.</a:t>
            </a: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350806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smtClean="0"/>
              <a:t>Design &amp; inspirations</a:t>
            </a:r>
            <a:endParaRPr lang="fr-FR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1941534"/>
            <a:ext cx="10515600" cy="4806995"/>
          </a:xfrm>
        </p:spPr>
        <p:txBody>
          <a:bodyPr>
            <a:noAutofit/>
          </a:bodyPr>
          <a:lstStyle/>
          <a:p>
            <a:r>
              <a:rPr lang="fr-FR" sz="2400" dirty="0" smtClean="0"/>
              <a:t>Le design s’inspire des tendances web modernes :</a:t>
            </a:r>
          </a:p>
          <a:p>
            <a:endParaRPr lang="fr-FR" sz="2400" dirty="0" smtClean="0"/>
          </a:p>
          <a:p>
            <a:r>
              <a:rPr lang="fr-FR" sz="2400" dirty="0" smtClean="0"/>
              <a:t> Interface simple et épurée.</a:t>
            </a:r>
          </a:p>
          <a:p>
            <a:r>
              <a:rPr lang="fr-FR" sz="2400" dirty="0" smtClean="0"/>
              <a:t> Cartes avec effets au survol.</a:t>
            </a:r>
          </a:p>
          <a:p>
            <a:r>
              <a:rPr lang="fr-FR" sz="2400" dirty="0" smtClean="0"/>
              <a:t> Grande section Hero.</a:t>
            </a:r>
          </a:p>
          <a:p>
            <a:r>
              <a:rPr lang="fr-FR" sz="2400" dirty="0" smtClean="0"/>
              <a:t> Navigation fixe et responsive.</a:t>
            </a:r>
          </a:p>
          <a:p>
            <a:r>
              <a:rPr lang="fr-FR" sz="2400" dirty="0" smtClean="0"/>
              <a:t> Mode sombre / mode clair.</a:t>
            </a:r>
          </a:p>
          <a:p>
            <a:r>
              <a:rPr lang="fr-FR" sz="2400" dirty="0" smtClean="0"/>
              <a:t> Mise en page adaptée aux écrans mobiles.</a:t>
            </a:r>
          </a:p>
          <a:p>
            <a:endParaRPr lang="fr-FR" sz="2400" dirty="0" smtClean="0"/>
          </a:p>
          <a:p>
            <a:r>
              <a:rPr lang="fr-FR" sz="2400" dirty="0" smtClean="0"/>
              <a:t>Objectif : offrir une expérience visuelle moderne et fluide.</a:t>
            </a: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513379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6380" y="1"/>
            <a:ext cx="10515600" cy="850006"/>
          </a:xfrm>
        </p:spPr>
        <p:txBody>
          <a:bodyPr/>
          <a:lstStyle/>
          <a:p>
            <a:r>
              <a:rPr lang="fr-FR" b="1" dirty="0" smtClean="0"/>
              <a:t>Architecture du site</a:t>
            </a:r>
            <a:endParaRPr lang="fr-FR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850007"/>
            <a:ext cx="10515600" cy="6542466"/>
          </a:xfrm>
        </p:spPr>
        <p:txBody>
          <a:bodyPr>
            <a:noAutofit/>
          </a:bodyPr>
          <a:lstStyle/>
          <a:p>
            <a:r>
              <a:rPr lang="fr-FR" sz="2400" dirty="0" smtClean="0"/>
              <a:t>Pages principales :</a:t>
            </a:r>
          </a:p>
          <a:p>
            <a:endParaRPr lang="fr-FR" sz="2400" dirty="0" smtClean="0"/>
          </a:p>
          <a:p>
            <a:r>
              <a:rPr lang="fr-FR" sz="2400" dirty="0" smtClean="0"/>
              <a:t> index.html → Accueil</a:t>
            </a:r>
          </a:p>
          <a:p>
            <a:r>
              <a:rPr lang="fr-FR" sz="2400" dirty="0" smtClean="0"/>
              <a:t> programme.html → Programme</a:t>
            </a:r>
          </a:p>
          <a:p>
            <a:r>
              <a:rPr lang="fr-FR" sz="2400" dirty="0" smtClean="0"/>
              <a:t> intervenants.html → Intervenants</a:t>
            </a:r>
          </a:p>
          <a:p>
            <a:r>
              <a:rPr lang="fr-FR" sz="2400" dirty="0" smtClean="0"/>
              <a:t> contact.html → Inscription &amp; Contact</a:t>
            </a:r>
          </a:p>
          <a:p>
            <a:endParaRPr lang="fr-FR" sz="2400" dirty="0" smtClean="0"/>
          </a:p>
          <a:p>
            <a:r>
              <a:rPr lang="fr-FR" sz="2400" dirty="0" smtClean="0"/>
              <a:t>Dossiers :</a:t>
            </a:r>
          </a:p>
          <a:p>
            <a:endParaRPr lang="fr-FR" sz="2400" dirty="0" smtClean="0"/>
          </a:p>
          <a:p>
            <a:r>
              <a:rPr lang="fr-FR" sz="2400" dirty="0" smtClean="0"/>
              <a:t>css/ → styles</a:t>
            </a:r>
          </a:p>
          <a:p>
            <a:r>
              <a:rPr lang="fr-FR" sz="2400" dirty="0" smtClean="0"/>
              <a:t>js/ → fonctionnalités JavaScript</a:t>
            </a:r>
          </a:p>
          <a:p>
            <a:r>
              <a:rPr lang="fr-FR" sz="2400" dirty="0" smtClean="0"/>
              <a:t> images/ → images du projet</a:t>
            </a:r>
          </a:p>
          <a:p>
            <a:r>
              <a:rPr lang="fr-FR" sz="2400" dirty="0" smtClean="0"/>
              <a:t>* README.md → documentation</a:t>
            </a: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1087251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80623" y="1"/>
            <a:ext cx="10515600" cy="1210614"/>
          </a:xfrm>
        </p:spPr>
        <p:txBody>
          <a:bodyPr/>
          <a:lstStyle/>
          <a:p>
            <a:r>
              <a:rPr lang="fr-FR" b="1" dirty="0" smtClean="0"/>
              <a:t>Points techniques</a:t>
            </a:r>
            <a:endParaRPr lang="fr-FR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412124"/>
            <a:ext cx="10515600" cy="6445876"/>
          </a:xfrm>
        </p:spPr>
        <p:txBody>
          <a:bodyPr>
            <a:noAutofit/>
          </a:bodyPr>
          <a:lstStyle/>
          <a:p>
            <a:endParaRPr lang="fr-FR" sz="1600" dirty="0" smtClean="0"/>
          </a:p>
          <a:p>
            <a:r>
              <a:rPr lang="fr-FR" sz="1600" dirty="0" smtClean="0"/>
              <a:t>HTML5 : structure des pages.</a:t>
            </a:r>
          </a:p>
          <a:p>
            <a:endParaRPr lang="fr-FR" sz="1400" dirty="0" smtClean="0"/>
          </a:p>
          <a:p>
            <a:r>
              <a:rPr lang="fr-FR" sz="1400" dirty="0" smtClean="0"/>
              <a:t>CSS3 :</a:t>
            </a:r>
          </a:p>
          <a:p>
            <a:endParaRPr lang="fr-FR" sz="1400" dirty="0" smtClean="0"/>
          </a:p>
          <a:p>
            <a:r>
              <a:rPr lang="fr-FR" sz="1400" dirty="0" smtClean="0"/>
              <a:t> CSS Grid et Flexbox</a:t>
            </a:r>
          </a:p>
          <a:p>
            <a:r>
              <a:rPr lang="fr-FR" sz="1400" dirty="0" smtClean="0"/>
              <a:t>Media queries</a:t>
            </a:r>
          </a:p>
          <a:p>
            <a:r>
              <a:rPr lang="fr-FR" sz="1400" dirty="0" smtClean="0"/>
              <a:t>Animations et transitions</a:t>
            </a:r>
          </a:p>
          <a:p>
            <a:r>
              <a:rPr lang="fr-FR" sz="1400" dirty="0" smtClean="0"/>
              <a:t> Responsive Design</a:t>
            </a:r>
          </a:p>
          <a:p>
            <a:r>
              <a:rPr lang="fr-FR" sz="1400" dirty="0" smtClean="0"/>
              <a:t> Mode sombre</a:t>
            </a:r>
          </a:p>
          <a:p>
            <a:endParaRPr lang="fr-FR" sz="1400" dirty="0" smtClean="0"/>
          </a:p>
          <a:p>
            <a:r>
              <a:rPr lang="fr-FR" sz="1400" dirty="0" smtClean="0"/>
              <a:t>JavaScript :</a:t>
            </a:r>
          </a:p>
          <a:p>
            <a:endParaRPr lang="fr-FR" sz="1400" dirty="0" smtClean="0"/>
          </a:p>
          <a:p>
            <a:r>
              <a:rPr lang="fr-FR" sz="1400" dirty="0" smtClean="0"/>
              <a:t>* Menu hamburger</a:t>
            </a:r>
          </a:p>
          <a:p>
            <a:r>
              <a:rPr lang="fr-FR" sz="1400" dirty="0" smtClean="0"/>
              <a:t>* Compte à rebours</a:t>
            </a:r>
          </a:p>
          <a:p>
            <a:r>
              <a:rPr lang="fr-FR" sz="1400" dirty="0" smtClean="0"/>
              <a:t>* Compteurs animés</a:t>
            </a:r>
          </a:p>
          <a:p>
            <a:r>
              <a:rPr lang="fr-FR" sz="1400" dirty="0" smtClean="0"/>
              <a:t>* Filtrage des intervenants</a:t>
            </a:r>
          </a:p>
          <a:p>
            <a:r>
              <a:rPr lang="fr-FR" sz="1400" dirty="0" smtClean="0"/>
              <a:t>* Validation du formulaire</a:t>
            </a:r>
          </a:p>
          <a:p>
            <a:r>
              <a:rPr lang="fr-FR" sz="1400" dirty="0" smtClean="0"/>
              <a:t>* Bouton retour en haut</a:t>
            </a:r>
            <a:endParaRPr lang="fr-FR" sz="1400" dirty="0"/>
          </a:p>
        </p:txBody>
      </p:sp>
    </p:spTree>
    <p:extLst>
      <p:ext uri="{BB962C8B-B14F-4D97-AF65-F5344CB8AC3E}">
        <p14:creationId xmlns:p14="http://schemas.microsoft.com/office/powerpoint/2010/main" val="2764470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262129"/>
          </a:xfrm>
        </p:spPr>
        <p:txBody>
          <a:bodyPr/>
          <a:lstStyle/>
          <a:p>
            <a:r>
              <a:rPr lang="fr-FR" dirty="0" smtClean="0"/>
              <a:t>GitHub &amp; workflow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656823"/>
            <a:ext cx="10515600" cy="6091707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endParaRPr lang="fr-FR" dirty="0" smtClean="0"/>
          </a:p>
          <a:p>
            <a:r>
              <a:rPr lang="fr-FR" sz="9600" dirty="0" smtClean="0"/>
              <a:t>Workflow utilisé :</a:t>
            </a:r>
          </a:p>
          <a:p>
            <a:endParaRPr lang="fr-FR" sz="9600" dirty="0" smtClean="0"/>
          </a:p>
          <a:p>
            <a:r>
              <a:rPr lang="fr-FR" sz="9600" dirty="0" smtClean="0"/>
              <a:t>Modification → Test → Commit → GitHub</a:t>
            </a:r>
          </a:p>
          <a:p>
            <a:endParaRPr lang="fr-FR" sz="9600" dirty="0" smtClean="0"/>
          </a:p>
          <a:p>
            <a:r>
              <a:rPr lang="fr-FR" sz="9600" dirty="0" smtClean="0"/>
              <a:t>Git a permis de suivre les différentes étapes du développement grâce à plusieurs commits.</a:t>
            </a:r>
          </a:p>
          <a:p>
            <a:endParaRPr lang="fr-FR" sz="9600" dirty="0" smtClean="0"/>
          </a:p>
          <a:p>
            <a:r>
              <a:rPr lang="fr-FR" sz="9600" dirty="0" smtClean="0"/>
              <a:t>GitHub :</a:t>
            </a:r>
          </a:p>
          <a:p>
            <a:endParaRPr lang="fr-FR" sz="9600" dirty="0" smtClean="0"/>
          </a:p>
          <a:p>
            <a:r>
              <a:rPr lang="fr-FR" sz="9600" dirty="0" smtClean="0"/>
              <a:t> Stockage du projet</a:t>
            </a:r>
          </a:p>
          <a:p>
            <a:r>
              <a:rPr lang="fr-FR" sz="9600" dirty="0" smtClean="0"/>
              <a:t> Historique des modifications</a:t>
            </a:r>
          </a:p>
          <a:p>
            <a:r>
              <a:rPr lang="fr-FR" sz="9600" dirty="0" smtClean="0"/>
              <a:t>Déploiement avec GitHub Pages</a:t>
            </a:r>
          </a:p>
          <a:p>
            <a:endParaRPr lang="fr-FR" sz="9600" dirty="0" smtClean="0"/>
          </a:p>
          <a:p>
            <a:r>
              <a:rPr lang="fr-FR" sz="9600" dirty="0" smtClean="0"/>
              <a:t>Lien : [ajouter ici le lien de ton repository / GitHub Pages]</a:t>
            </a:r>
            <a:endParaRPr lang="fr-FR" sz="9600" dirty="0"/>
          </a:p>
        </p:txBody>
      </p:sp>
    </p:spTree>
    <p:extLst>
      <p:ext uri="{BB962C8B-B14F-4D97-AF65-F5344CB8AC3E}">
        <p14:creationId xmlns:p14="http://schemas.microsoft.com/office/powerpoint/2010/main" val="439603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88513" y="-695459"/>
            <a:ext cx="10515600" cy="1442434"/>
          </a:xfrm>
        </p:spPr>
        <p:txBody>
          <a:bodyPr/>
          <a:lstStyle/>
          <a:p>
            <a:r>
              <a:rPr lang="fr-FR" b="1" dirty="0"/>
              <a:t/>
            </a:r>
            <a:br>
              <a:rPr lang="fr-FR" b="1" dirty="0"/>
            </a:br>
            <a:r>
              <a:rPr lang="fr-FR" b="1" dirty="0" smtClean="0"/>
              <a:t>Difficultés &amp; ressources</a:t>
            </a:r>
            <a:endParaRPr lang="fr-FR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03349" y="605307"/>
            <a:ext cx="10515600" cy="6478073"/>
          </a:xfrm>
        </p:spPr>
        <p:txBody>
          <a:bodyPr>
            <a:noAutofit/>
          </a:bodyPr>
          <a:lstStyle/>
          <a:p>
            <a:r>
              <a:rPr lang="fr-FR" sz="2000" dirty="0" smtClean="0"/>
              <a:t>Difficultés rencontrées :</a:t>
            </a:r>
          </a:p>
          <a:p>
            <a:endParaRPr lang="fr-FR" sz="2000" dirty="0" smtClean="0"/>
          </a:p>
          <a:p>
            <a:r>
              <a:rPr lang="fr-FR" sz="2000" dirty="0" smtClean="0"/>
              <a:t>Adaptation du site à la tablette et au mobile.</a:t>
            </a:r>
          </a:p>
          <a:p>
            <a:r>
              <a:rPr lang="fr-FR" sz="2000" dirty="0" smtClean="0"/>
              <a:t> Gestion du mode sombre sur les différentes sections.</a:t>
            </a:r>
          </a:p>
          <a:p>
            <a:r>
              <a:rPr lang="fr-FR" sz="2000" dirty="0" smtClean="0"/>
              <a:t>Correction de certaines fonctionnalités JavaScript.</a:t>
            </a:r>
          </a:p>
          <a:p>
            <a:r>
              <a:rPr lang="fr-FR" sz="2000" dirty="0" smtClean="0"/>
              <a:t> Ajustement des espacements et des grilles.</a:t>
            </a:r>
          </a:p>
          <a:p>
            <a:endParaRPr lang="fr-FR" sz="2000" dirty="0" smtClean="0"/>
          </a:p>
          <a:p>
            <a:r>
              <a:rPr lang="fr-FR" sz="2000" dirty="0" smtClean="0"/>
              <a:t>Ressources utilisées :</a:t>
            </a:r>
          </a:p>
          <a:p>
            <a:endParaRPr lang="fr-FR" sz="2000" dirty="0" smtClean="0"/>
          </a:p>
          <a:p>
            <a:r>
              <a:rPr lang="fr-FR" sz="2000" dirty="0" smtClean="0"/>
              <a:t> Documentation HTML / CSS / JavaScript</a:t>
            </a:r>
          </a:p>
          <a:p>
            <a:r>
              <a:rPr lang="fr-FR" sz="2000" dirty="0" smtClean="0"/>
              <a:t> Google Fonts</a:t>
            </a:r>
          </a:p>
          <a:p>
            <a:r>
              <a:rPr lang="fr-FR" sz="2000" dirty="0" smtClean="0"/>
              <a:t> Font Awesome</a:t>
            </a:r>
          </a:p>
          <a:p>
            <a:r>
              <a:rPr lang="fr-FR" sz="2000" dirty="0" smtClean="0"/>
              <a:t>Unsplash / Pexels</a:t>
            </a:r>
          </a:p>
          <a:p>
            <a:r>
              <a:rPr lang="fr-FR" sz="2000" dirty="0" smtClean="0"/>
              <a:t>GitHub</a:t>
            </a:r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2212449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87440" y="-669700"/>
            <a:ext cx="10966360" cy="1751526"/>
          </a:xfrm>
        </p:spPr>
        <p:txBody>
          <a:bodyPr/>
          <a:lstStyle/>
          <a:p>
            <a:r>
              <a:rPr lang="fr-FR" b="1" dirty="0" smtClean="0"/>
              <a:t/>
            </a:r>
            <a:br>
              <a:rPr lang="fr-FR" b="1" dirty="0" smtClean="0"/>
            </a:br>
            <a:r>
              <a:rPr lang="fr-FR" b="1" dirty="0" smtClean="0"/>
              <a:t>Démonstration &amp; conclusion</a:t>
            </a:r>
            <a:endParaRPr lang="fr-FR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87440" y="566670"/>
            <a:ext cx="10515600" cy="6877319"/>
          </a:xfrm>
        </p:spPr>
        <p:txBody>
          <a:bodyPr>
            <a:noAutofit/>
          </a:bodyPr>
          <a:lstStyle/>
          <a:p>
            <a:endParaRPr lang="fr-FR" sz="1800" dirty="0" smtClean="0"/>
          </a:p>
          <a:p>
            <a:r>
              <a:rPr lang="fr-FR" sz="1800" dirty="0" smtClean="0"/>
              <a:t>Démonstration live :</a:t>
            </a:r>
          </a:p>
          <a:p>
            <a:endParaRPr lang="fr-FR" sz="1800" dirty="0" smtClean="0"/>
          </a:p>
          <a:p>
            <a:r>
              <a:rPr lang="fr-FR" sz="1800" dirty="0" smtClean="0"/>
              <a:t>Navigation entre les pages.</a:t>
            </a:r>
          </a:p>
          <a:p>
            <a:r>
              <a:rPr lang="fr-FR" sz="1800" dirty="0" smtClean="0"/>
              <a:t> Mode sombre.</a:t>
            </a:r>
          </a:p>
          <a:p>
            <a:r>
              <a:rPr lang="fr-FR" sz="1800" dirty="0" smtClean="0"/>
              <a:t>Menu hamburger.</a:t>
            </a:r>
          </a:p>
          <a:p>
            <a:r>
              <a:rPr lang="fr-FR" sz="1800" dirty="0" smtClean="0"/>
              <a:t>Filtrage des intervenants.</a:t>
            </a:r>
          </a:p>
          <a:p>
            <a:r>
              <a:rPr lang="fr-FR" sz="1800" dirty="0" smtClean="0"/>
              <a:t> Formulaire d’inscription.</a:t>
            </a:r>
          </a:p>
          <a:p>
            <a:r>
              <a:rPr lang="fr-FR" sz="1800" dirty="0" smtClean="0"/>
              <a:t>Responsive Design.</a:t>
            </a:r>
          </a:p>
          <a:p>
            <a:endParaRPr lang="fr-FR" sz="1400" dirty="0" smtClean="0"/>
          </a:p>
          <a:p>
            <a:r>
              <a:rPr lang="fr-FR" sz="1800" dirty="0" smtClean="0"/>
              <a:t>Conclusion :</a:t>
            </a:r>
          </a:p>
          <a:p>
            <a:r>
              <a:rPr lang="fr-FR" sz="1800" dirty="0" smtClean="0"/>
              <a:t>Ce projet m’a permis de mettre en pratique HTML, CSS, JavaScript et Git.</a:t>
            </a:r>
          </a:p>
          <a:p>
            <a:endParaRPr lang="fr-FR" sz="1800" dirty="0" smtClean="0"/>
          </a:p>
          <a:p>
            <a:r>
              <a:rPr lang="fr-FR" sz="1800" dirty="0" smtClean="0"/>
              <a:t>Perspectives :</a:t>
            </a:r>
          </a:p>
          <a:p>
            <a:endParaRPr lang="fr-FR" sz="1800" dirty="0" smtClean="0"/>
          </a:p>
          <a:p>
            <a:r>
              <a:rPr lang="fr-FR" sz="1800" dirty="0" smtClean="0"/>
              <a:t> Ajouter une base de données.</a:t>
            </a:r>
          </a:p>
          <a:p>
            <a:r>
              <a:rPr lang="fr-FR" sz="1800" dirty="0" smtClean="0"/>
              <a:t>* Ajouter un système d’authentification.</a:t>
            </a:r>
          </a:p>
          <a:p>
            <a:r>
              <a:rPr lang="fr-FR" sz="1800" dirty="0" smtClean="0"/>
              <a:t>* Améliorer les animations et l’expérience utilisateur.</a:t>
            </a:r>
            <a:endParaRPr lang="fr-FR" sz="1800" dirty="0"/>
          </a:p>
        </p:txBody>
      </p:sp>
    </p:spTree>
    <p:extLst>
      <p:ext uri="{BB962C8B-B14F-4D97-AF65-F5344CB8AC3E}">
        <p14:creationId xmlns:p14="http://schemas.microsoft.com/office/powerpoint/2010/main" val="752278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3373</TotalTime>
  <Words>504</Words>
  <Application>Microsoft Office PowerPoint</Application>
  <PresentationFormat>Grand écran</PresentationFormat>
  <Paragraphs>136</Paragraphs>
  <Slides>10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4" baseType="lpstr">
      <vt:lpstr>Arial</vt:lpstr>
      <vt:lpstr>Century Gothic</vt:lpstr>
      <vt:lpstr>Wingdings 3</vt:lpstr>
      <vt:lpstr>Ion</vt:lpstr>
      <vt:lpstr>AfriConnect Summit 2026</vt:lpstr>
      <vt:lpstr>Sommaire</vt:lpstr>
      <vt:lpstr>Présentation du projet</vt:lpstr>
      <vt:lpstr>Choix de design</vt:lpstr>
      <vt:lpstr>Design &amp; inspirations</vt:lpstr>
      <vt:lpstr>Architecture du site</vt:lpstr>
      <vt:lpstr>Points techniques</vt:lpstr>
      <vt:lpstr>GitHub &amp; workflow</vt:lpstr>
      <vt:lpstr> Difficultés &amp; ressources</vt:lpstr>
      <vt:lpstr> Démonstration &amp; conclusion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HP</dc:creator>
  <cp:lastModifiedBy>HP</cp:lastModifiedBy>
  <cp:revision>11</cp:revision>
  <dcterms:created xsi:type="dcterms:W3CDTF">2026-07-31T14:07:09Z</dcterms:created>
  <dcterms:modified xsi:type="dcterms:W3CDTF">2026-08-02T22:20:22Z</dcterms:modified>
</cp:coreProperties>
</file>